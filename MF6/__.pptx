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5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865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808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128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276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56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18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167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816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672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60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024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1246F-1463-4AB4-B580-1A6F028726CB}" type="datetimeFigureOut">
              <a:rPr lang="LID4096" smtClean="0"/>
              <a:t>02/05/2026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D78D5-293A-4C0C-88D3-37EEC88039F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879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70D495-2EC1-40D8-3532-8133017A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99" y="0"/>
            <a:ext cx="66282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585285-DE63-DB32-49FE-7B17D589503E}"/>
              </a:ext>
            </a:extLst>
          </p:cNvPr>
          <p:cNvSpPr txBox="1"/>
          <p:nvPr/>
        </p:nvSpPr>
        <p:spPr>
          <a:xfrm>
            <a:off x="407406" y="389299"/>
            <a:ext cx="751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01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05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09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13</a:t>
            </a:r>
            <a:endParaRPr lang="LID4096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9D798-157F-1037-57CD-71EEE1A8920A}"/>
              </a:ext>
            </a:extLst>
          </p:cNvPr>
          <p:cNvSpPr txBox="1"/>
          <p:nvPr/>
        </p:nvSpPr>
        <p:spPr>
          <a:xfrm>
            <a:off x="5610778" y="4408305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965C-3CB7-E4A4-5CCE-F4AC9DD0BA0F}"/>
              </a:ext>
            </a:extLst>
          </p:cNvPr>
          <p:cNvSpPr txBox="1"/>
          <p:nvPr/>
        </p:nvSpPr>
        <p:spPr>
          <a:xfrm>
            <a:off x="5610778" y="6488668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/>
              <a:t>15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0881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440EA3-3AFF-0CAD-86EB-735C08564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24" y="0"/>
            <a:ext cx="641795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8F455C-50CE-FF51-C802-085CBFE036EE}"/>
              </a:ext>
            </a:extLst>
          </p:cNvPr>
          <p:cNvSpPr txBox="1"/>
          <p:nvPr/>
        </p:nvSpPr>
        <p:spPr>
          <a:xfrm>
            <a:off x="407406" y="389299"/>
            <a:ext cx="751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17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21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25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29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63207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64C0-9753-FD0A-E720-60DA15F4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A2293F-11DD-4E6C-75A6-6F82CBE0791A}"/>
              </a:ext>
            </a:extLst>
          </p:cNvPr>
          <p:cNvSpPr txBox="1"/>
          <p:nvPr/>
        </p:nvSpPr>
        <p:spPr>
          <a:xfrm>
            <a:off x="407406" y="389299"/>
            <a:ext cx="751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33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37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41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45</a:t>
            </a:r>
            <a:endParaRPr lang="LID4096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3F9F6-644A-43CE-730A-DAE22FD2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95" y="0"/>
            <a:ext cx="6962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91BC-8DDD-011A-C382-29F4F0FC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AA26D-1211-D60A-414A-ABD9BFE85E21}"/>
              </a:ext>
            </a:extLst>
          </p:cNvPr>
          <p:cNvSpPr txBox="1"/>
          <p:nvPr/>
        </p:nvSpPr>
        <p:spPr>
          <a:xfrm>
            <a:off x="407406" y="389299"/>
            <a:ext cx="751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49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53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57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61</a:t>
            </a:r>
            <a:endParaRPr lang="LID4096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1956A-85C9-1971-6096-319E0983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45" y="0"/>
            <a:ext cx="608076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3B304D-9E70-9365-DE63-6A0C6518935D}"/>
              </a:ext>
            </a:extLst>
          </p:cNvPr>
          <p:cNvSpPr txBox="1"/>
          <p:nvPr/>
        </p:nvSpPr>
        <p:spPr>
          <a:xfrm>
            <a:off x="5514984" y="1299345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56443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A1686-E810-BE1F-2DA4-47953891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EF75E2-880B-B53D-A618-B1AAB42D3B8E}"/>
              </a:ext>
            </a:extLst>
          </p:cNvPr>
          <p:cNvSpPr txBox="1"/>
          <p:nvPr/>
        </p:nvSpPr>
        <p:spPr>
          <a:xfrm>
            <a:off x="407406" y="389299"/>
            <a:ext cx="7514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65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69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/>
              <a:t>73</a:t>
            </a:r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pt-BR" b="1" dirty="0"/>
          </a:p>
          <a:p>
            <a:pPr algn="ctr"/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E7219-7065-50F5-C5E7-4AA14997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36" y="0"/>
            <a:ext cx="6900405" cy="59093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7960EF-2DD8-7E09-ED47-589045618368}"/>
              </a:ext>
            </a:extLst>
          </p:cNvPr>
          <p:cNvSpPr txBox="1"/>
          <p:nvPr/>
        </p:nvSpPr>
        <p:spPr>
          <a:xfrm>
            <a:off x="113168" y="6468700"/>
            <a:ext cx="8931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100" dirty="0"/>
              <a:t>https://modflow6-examples.readthedocs.io/en/latest/notebook_examples.html</a:t>
            </a:r>
          </a:p>
        </p:txBody>
      </p:sp>
    </p:spTree>
    <p:extLst>
      <p:ext uri="{BB962C8B-B14F-4D97-AF65-F5344CB8AC3E}">
        <p14:creationId xmlns:p14="http://schemas.microsoft.com/office/powerpoint/2010/main" val="275648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39</Words>
  <Application>Microsoft Office PowerPoint</Application>
  <PresentationFormat>On-screen Show (4:3)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6</cp:revision>
  <dcterms:created xsi:type="dcterms:W3CDTF">2026-02-05T11:56:28Z</dcterms:created>
  <dcterms:modified xsi:type="dcterms:W3CDTF">2026-02-05T13:15:26Z</dcterms:modified>
</cp:coreProperties>
</file>